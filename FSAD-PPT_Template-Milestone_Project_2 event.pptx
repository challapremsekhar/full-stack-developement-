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1" r:id="rId15"/>
    <p:sldId id="270" r:id="rId16"/>
    <p:sldId id="265" r:id="rId17"/>
  </p:sldIdLst>
  <p:sldSz cx="18288000" cy="10287000"/>
  <p:notesSz cx="6858000" cy="9144000"/>
  <p:embeddedFontLs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Gotham" panose="020B0604020202020204" charset="0"/>
      <p:regular r:id="rId26"/>
    </p:embeddedFont>
    <p:embeddedFont>
      <p:font typeface="Gotham Bold Italics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4E7C20-61BC-4D08-BDE1-58E0EA06AB32}" v="1" dt="2026-05-05T15:33:53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1" d="100"/>
          <a:sy n="51" d="100"/>
        </p:scale>
        <p:origin x="898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428696" y="1500162"/>
            <a:ext cx="15930674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US" sz="3200" b="1" dirty="0"/>
          </a:p>
          <a:p>
            <a:pPr algn="ctr"/>
            <a:endParaRPr lang="en-US" sz="3200" dirty="0"/>
          </a:p>
          <a:p>
            <a:pPr algn="ctr"/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522698" y="3238254"/>
            <a:ext cx="156449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DEVELOPMENT(JAVA) 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50013" y="4168903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21507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789009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CH. PREM SEKHAR – VTU25118 – 23UECS0111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1232232" y="7372410"/>
            <a:ext cx="6627407" cy="2776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HEMAMALINI.S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Professor(Senior Grade)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8166" y="1751607"/>
            <a:ext cx="15082325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 Event Management is a full-stack web application built to streamline event creation, discovery, and registration.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separate portals for Admins (organizers) and Students (attendees) with role-based access control.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campus events manually is inefficient, error-prone, and lacks real-time visibility for organizers and students.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features real-time capacity tracking, event browsing, personalized dashboards, and   auto-initialized mock data.</a:t>
            </a:r>
          </a:p>
          <a:p>
            <a:pPr algn="just"/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1" y="1638300"/>
            <a:ext cx="14783072" cy="20643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 events such as hackathons, workshops, and tech summits are often managed manually using spreadsheets or paper-based systems, leading to poor visibility and coordination.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have no centralized platform to discover, filter, and register for events, resulting in missed opportunities and duplicate or overcrowded registrations.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lack real-time tools to monitor event capacity, manage attendees, and update event information efficiently.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secure, web-based event management system with role-based access, automated data handling, and an intuitive interface for both organizers and students.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full-stack web-based event management system that enables administrators to create, update, and monitor campus events with real-time capacity tracking.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secure, role-based authentication system using Spring Security that provides personalized dashboards for both Admin and Student users, enabling seamless event discovery and registration.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18920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web platform where admins manage events and students discover and register for them.</a:t>
            </a:r>
          </a:p>
          <a:p>
            <a:pPr marL="914400" lvl="1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authentication: Admin portal for event CRUD and attendee management; Student portal for browsing and registration.</a:t>
            </a:r>
          </a:p>
          <a:p>
            <a:pPr marL="914400" lvl="1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student dashboard tracking upcoming and completed event registrations with statistics.</a:t>
            </a:r>
          </a:p>
          <a:p>
            <a:pPr marL="914400" lvl="1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red and white UI built with Bootstrap 5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optimized for desktop and mobile devices.</a:t>
            </a:r>
          </a:p>
          <a:p>
            <a:pPr marL="914400" lvl="1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87298C-12A8-DAD8-A831-C35FDE52F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336" y="1826193"/>
            <a:ext cx="12313368" cy="70617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D606F-D6E1-D153-4B45-BF1511847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312" y="1982349"/>
            <a:ext cx="13507888" cy="70495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5131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HTML,CSS,Bootstrap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5,Thymeleaf                                                                     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Java,Spring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Boot,Spring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IntelliJ,GitHub,Postman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Requirements: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8GB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RAM,Java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installed,Web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browser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8417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Handles login &amp; registration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Role-based access (Admin / Student)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Admin creates, updates, deletes events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Controls event capacity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Registration System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Students register for events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Prevents overbooking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Dashboard &amp; Tracking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Displays registered events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Shows participation statistics</a:t>
            </a:r>
          </a:p>
          <a:p>
            <a:pPr>
              <a:lnSpc>
                <a:spcPct val="150000"/>
              </a:lnSpc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Page: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login interface for Admin and Student users with authentication validation.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1BBE4A-7515-AF08-C25B-39385F113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379" y="3140934"/>
            <a:ext cx="11161241" cy="637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overall event statistics, registrations, and analytics for efficient event management.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F9C71A-6953-9A4F-6F62-32467081F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171" y="3023295"/>
            <a:ext cx="14775499" cy="672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Browse Events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Page: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Allows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to search, filter, and view available events with real-time capacity details.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5263F5-E576-6408-CF2A-A94FC9738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9" y="2847070"/>
            <a:ext cx="15049501" cy="680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Registration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Page: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Allows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to view event details and register for events while ensuring capacity limits are maintained.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EFB05E-4232-081B-8F69-4B44A70E7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909" y="3023295"/>
            <a:ext cx="14811762" cy="62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D75C6-CF47-523D-A78B-4E5B708F4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6967720" cy="1143000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br>
              <a:rPr lang="en-IN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92923E-F9A2-5C18-C72F-036A42286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786" y="1615109"/>
            <a:ext cx="14616427" cy="725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493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791395-449D-9178-11D7-A81068896B5D}"/>
              </a:ext>
            </a:extLst>
          </p:cNvPr>
          <p:cNvSpPr txBox="1"/>
          <p:nvPr/>
        </p:nvSpPr>
        <p:spPr>
          <a:xfrm>
            <a:off x="2516626" y="2079542"/>
            <a:ext cx="12388014" cy="647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manage all events in one place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for Admin and Student roles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overbooking with capacity tracking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Ready-to-use system with sample data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both mobile and desktop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email notifications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payment option for events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local database setup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761</Words>
  <Application>Microsoft Office PowerPoint</Application>
  <PresentationFormat>Custom</PresentationFormat>
  <Paragraphs>233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Cambria</vt:lpstr>
      <vt:lpstr>Arial</vt:lpstr>
      <vt:lpstr>Gotham</vt:lpstr>
      <vt:lpstr>Times New Roman</vt:lpstr>
      <vt:lpstr>Bookman Old Style</vt:lpstr>
      <vt:lpstr>Calibri</vt:lpstr>
      <vt:lpstr>Gotham Bold Italics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IMPLEMENTATION SCREENSHOTS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welcome</dc:creator>
  <cp:lastModifiedBy>Sri Akshitha Garlapati</cp:lastModifiedBy>
  <cp:revision>15</cp:revision>
  <dcterms:created xsi:type="dcterms:W3CDTF">2006-08-16T00:00:00Z</dcterms:created>
  <dcterms:modified xsi:type="dcterms:W3CDTF">2026-05-06T05:34:44Z</dcterms:modified>
  <dc:identifier>DAHCaYqJ9OU</dc:identifier>
</cp:coreProperties>
</file>